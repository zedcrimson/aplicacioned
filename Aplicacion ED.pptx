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4320000" cx="7560000"/>
  <p:notesSz cx="6858000" cy="9144000"/>
  <p:embeddedFontLst>
    <p:embeddedFont>
      <p:font typeface="Open Sans SemiBold"/>
      <p:regular r:id="rId13"/>
      <p:bold r:id="rId14"/>
      <p:italic r:id="rId15"/>
      <p:boldItalic r:id="rId16"/>
    </p:embeddedFont>
    <p:embeddedFont>
      <p:font typeface="Open Sans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1">
          <p15:clr>
            <a:srgbClr val="A4A3A4"/>
          </p15:clr>
        </p15:guide>
        <p15:guide id="2" pos="238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1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OpenSansSemiBold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SemiBold-italic.fntdata"/><Relationship Id="rId14" Type="http://schemas.openxmlformats.org/officeDocument/2006/relationships/font" Target="fonts/OpenSansSemiBold-bold.fntdata"/><Relationship Id="rId17" Type="http://schemas.openxmlformats.org/officeDocument/2006/relationships/font" Target="fonts/OpenSansExtraBold-bold.fntdata"/><Relationship Id="rId16" Type="http://schemas.openxmlformats.org/officeDocument/2006/relationships/font" Target="fonts/OpenSans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1ac48118a_0_6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1ac48118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1ac48118a_0_12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1ac48118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1ac48118a_0_38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1ac48118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ac48118a_0_44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ac48118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1ac48118a_0_20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1ac48118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1ac48118a_0_26:notes"/>
          <p:cNvSpPr/>
          <p:nvPr>
            <p:ph idx="2" type="sldImg"/>
          </p:nvPr>
        </p:nvSpPr>
        <p:spPr>
          <a:xfrm>
            <a:off x="428927" y="685800"/>
            <a:ext cx="6000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1ac48118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57712" y="625365"/>
            <a:ext cx="7044600" cy="17241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57705" y="2380367"/>
            <a:ext cx="7044600" cy="6657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57705" y="1806488"/>
            <a:ext cx="7044600" cy="7071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57705" y="967958"/>
            <a:ext cx="33069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995291" y="967958"/>
            <a:ext cx="33069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57705" y="466646"/>
            <a:ext cx="2321700" cy="6348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57705" y="1167118"/>
            <a:ext cx="2321700" cy="26703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05325" y="378079"/>
            <a:ext cx="5264700" cy="34359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80000" y="-105"/>
            <a:ext cx="3780000" cy="432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73600" lIns="73600" spcFirstLastPara="1" rIns="73600" wrap="square" tIns="7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19508" y="1035738"/>
            <a:ext cx="3344400" cy="12450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algn="ctr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19508" y="2354289"/>
            <a:ext cx="3344400" cy="10374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083839" y="608147"/>
            <a:ext cx="3172500" cy="31035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57705" y="3553239"/>
            <a:ext cx="4959600" cy="5082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57705" y="929029"/>
            <a:ext cx="7044600" cy="16491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2pPr>
            <a:lvl3pPr lvl="2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3pPr>
            <a:lvl4pPr lvl="3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4pPr>
            <a:lvl5pPr lvl="4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5pPr>
            <a:lvl6pPr lvl="5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6pPr>
            <a:lvl7pPr lvl="6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7pPr>
            <a:lvl8pPr lvl="7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8pPr>
            <a:lvl9pPr lvl="8" algn="ctr">
              <a:spcBef>
                <a:spcPts val="0"/>
              </a:spcBef>
              <a:spcAft>
                <a:spcPts val="0"/>
              </a:spcAft>
              <a:buSzPts val="9700"/>
              <a:buNone/>
              <a:defRPr sz="9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57705" y="2647538"/>
            <a:ext cx="7044600" cy="10926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</p:spPr>
        <p:txBody>
          <a:bodyPr anchorCtr="0" anchor="ctr" bIns="73600" lIns="73600" spcFirstLastPara="1" rIns="73600" wrap="square" tIns="736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373774"/>
            <a:ext cx="7044600" cy="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600" lIns="73600" spcFirstLastPara="1" rIns="73600" wrap="square" tIns="736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73600" lIns="73600" spcFirstLastPara="1" rIns="73600" wrap="square" tIns="73600">
            <a:norm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 sz="1100">
                <a:solidFill>
                  <a:schemeClr val="dk2"/>
                </a:solidFill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 sz="1100">
                <a:solidFill>
                  <a:schemeClr val="dk2"/>
                </a:solidFill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 sz="11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3916613"/>
            <a:ext cx="453600" cy="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600" lIns="73600" spcFirstLastPara="1" rIns="73600" wrap="square" tIns="7360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</a:defRPr>
            </a:lvl1pPr>
            <a:lvl2pPr lvl="1" algn="r">
              <a:buNone/>
              <a:defRPr sz="800">
                <a:solidFill>
                  <a:schemeClr val="dk2"/>
                </a:solidFill>
              </a:defRPr>
            </a:lvl2pPr>
            <a:lvl3pPr lvl="2" algn="r">
              <a:buNone/>
              <a:defRPr sz="800">
                <a:solidFill>
                  <a:schemeClr val="dk2"/>
                </a:solidFill>
              </a:defRPr>
            </a:lvl3pPr>
            <a:lvl4pPr lvl="3" algn="r">
              <a:buNone/>
              <a:defRPr sz="800">
                <a:solidFill>
                  <a:schemeClr val="dk2"/>
                </a:solidFill>
              </a:defRPr>
            </a:lvl4pPr>
            <a:lvl5pPr lvl="4" algn="r">
              <a:buNone/>
              <a:defRPr sz="800">
                <a:solidFill>
                  <a:schemeClr val="dk2"/>
                </a:solidFill>
              </a:defRPr>
            </a:lvl5pPr>
            <a:lvl6pPr lvl="5" algn="r">
              <a:buNone/>
              <a:defRPr sz="800">
                <a:solidFill>
                  <a:schemeClr val="dk2"/>
                </a:solidFill>
              </a:defRPr>
            </a:lvl6pPr>
            <a:lvl7pPr lvl="6" algn="r">
              <a:buNone/>
              <a:defRPr sz="800">
                <a:solidFill>
                  <a:schemeClr val="dk2"/>
                </a:solidFill>
              </a:defRPr>
            </a:lvl7pPr>
            <a:lvl8pPr lvl="7" algn="r">
              <a:buNone/>
              <a:defRPr sz="800">
                <a:solidFill>
                  <a:schemeClr val="dk2"/>
                </a:solidFill>
              </a:defRPr>
            </a:lvl8pPr>
            <a:lvl9pPr lvl="8" algn="r">
              <a:buNone/>
              <a:defRPr sz="8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438700" y="2812150"/>
            <a:ext cx="3810600" cy="686100"/>
          </a:xfrm>
          <a:prstGeom prst="rect">
            <a:avLst/>
          </a:prstGeom>
        </p:spPr>
        <p:txBody>
          <a:bodyPr anchorCtr="0" anchor="b" bIns="73600" lIns="73600" spcFirstLastPara="1" rIns="73600" wrap="square" tIns="7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002E4C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Salvador Galán Brenes</a:t>
            </a:r>
            <a:endParaRPr sz="1800">
              <a:solidFill>
                <a:srgbClr val="002E4C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3438700" y="3443100"/>
            <a:ext cx="3810600" cy="5997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002E4C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Tarea Modulo 20</a:t>
            </a:r>
            <a:endParaRPr sz="1500">
              <a:solidFill>
                <a:srgbClr val="002E4C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12" y="2440012"/>
            <a:ext cx="2191498" cy="6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3086000" y="2501650"/>
            <a:ext cx="29700" cy="1503900"/>
          </a:xfrm>
          <a:prstGeom prst="rect">
            <a:avLst/>
          </a:prstGeom>
          <a:solidFill>
            <a:srgbClr val="00A8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200">
                <a:solidFill>
                  <a:srgbClr val="273540"/>
                </a:solidFill>
                <a:highlight>
                  <a:srgbClr val="FFFFFF"/>
                </a:highlight>
              </a:rPr>
              <a:t>Initialization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1125" y="967950"/>
            <a:ext cx="5568876" cy="33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200">
                <a:solidFill>
                  <a:srgbClr val="273540"/>
                </a:solidFill>
                <a:highlight>
                  <a:srgbClr val="FFFFFF"/>
                </a:highlight>
              </a:rPr>
              <a:t>Commit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800" y="632672"/>
            <a:ext cx="5203225" cy="305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225" y="910425"/>
            <a:ext cx="5823650" cy="249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575" y="976526"/>
            <a:ext cx="6128600" cy="154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s" sz="1200">
                <a:solidFill>
                  <a:srgbClr val="273540"/>
                </a:solidFill>
                <a:highlight>
                  <a:srgbClr val="FFFFFF"/>
                </a:highlight>
              </a:rPr>
              <a:t>Branching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7593" y="152425"/>
            <a:ext cx="6212415" cy="432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257705" y="967958"/>
            <a:ext cx="7044600" cy="2869500"/>
          </a:xfrm>
          <a:prstGeom prst="rect">
            <a:avLst/>
          </a:prstGeom>
        </p:spPr>
        <p:txBody>
          <a:bodyPr anchorCtr="0" anchor="t" bIns="73600" lIns="73600" spcFirstLastPara="1" rIns="73600" wrap="square" tIns="736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273540"/>
                </a:solidFill>
                <a:highlight>
                  <a:srgbClr val="FFFFFF"/>
                </a:highlight>
              </a:rPr>
              <a:t>Deployment</a:t>
            </a:r>
            <a:r>
              <a:rPr lang="es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91" name="Google Shape;9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050" y="748675"/>
            <a:ext cx="5955750" cy="28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